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6000">
                <a:solidFill>
                  <a:srgbClr val="0E2A47"/>
                </a:solidFill>
                <a:latin typeface="Calibri"/>
              </a:defRPr>
            </a:pPr>
            <a:r>
              <a:t>Pagination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3200">
                <a:solidFill>
                  <a:srgbClr val="009688"/>
                </a:solidFill>
                <a:latin typeface="Calibri"/>
              </a:defRPr>
            </a:pPr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2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3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4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5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6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7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8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9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10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11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12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13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14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15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16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17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18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Overflowing Slide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/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19 which is quite long to take up space.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3200" b="0">
                <a:solidFill>
                  <a:srgbClr val="404040"/>
                </a:solidFill>
                <a:latin typeface="Calibri"/>
              </a:defRPr>
            </a:pPr>
            <a:r>
              <a:t>This is bullet point number 20 which is quite long to take up space.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Pagination Test | February 09,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