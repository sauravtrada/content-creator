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Effective Test Presentation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Value of a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Understanding the role of a test presentation in preparation.</a:t>
            </a:r>
          </a:p>
          <a:p>
            <a:pPr/>
            <a:r>
              <a:t>Setting the stage for a successful final delivery.</a:t>
            </a:r>
          </a:p>
          <a:p>
            <a:pPr/>
            <a:r>
              <a:t>Overview of today's discussion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a Successful Test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Validate content accuracy, clarity, and flow.</a:t>
            </a:r>
          </a:p>
          <a:p>
            <a:pPr/>
            <a:r>
              <a:t>Refine timing and pacing for optimal audience engagement.</a:t>
            </a:r>
          </a:p>
          <a:p>
            <a:pPr/>
            <a:r>
              <a:t>Identify and resolve any technical or logistical issues.</a:t>
            </a:r>
          </a:p>
          <a:p>
            <a:pPr/>
            <a:r>
              <a:t>Gather constructive feedback for final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for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Slide content: Is it concise, visually appealing, and impactful?</a:t>
            </a:r>
          </a:p>
          <a:p>
            <a:pPr/>
            <a:r>
              <a:t>Verbal delivery: Is it clear, confident, and persuasive?</a:t>
            </a:r>
          </a:p>
          <a:p>
            <a:pPr/>
            <a:r>
              <a:t>Audience engagement: Are questions handled effectively?</a:t>
            </a:r>
          </a:p>
          <a:p>
            <a:pPr/>
            <a:r>
              <a:t>Technical setup: Does all equipment function flawlessly?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Conducting Your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Simulate the actual presentation environment as closely as possible.</a:t>
            </a:r>
          </a:p>
          <a:p>
            <a:pPr/>
            <a:r>
              <a:t>Involve a small, trusted audience for diverse perspectives.</a:t>
            </a:r>
          </a:p>
          <a:p>
            <a:pPr/>
            <a:r>
              <a:t>Record your practice session for self-critique.</a:t>
            </a:r>
          </a:p>
          <a:p>
            <a:pPr/>
            <a:r>
              <a:t>Focus on communicating key messages, not just reading slides.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Feedback and Finalizing Your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Systematically review all received feedback and observations.</a:t>
            </a:r>
          </a:p>
          <a:p>
            <a:pPr/>
            <a:r>
              <a:t>Prioritize changes that enhance clarity and impact.</a:t>
            </a:r>
          </a:p>
          <a:p>
            <a:pPr/>
            <a:r>
              <a:t>Integrate improvements without losing the core message.</a:t>
            </a:r>
          </a:p>
          <a:p>
            <a:pPr/>
            <a:r>
              <a:t>Perform one final check of all elements before the main event.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