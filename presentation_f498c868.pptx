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Enigmatic Beauty of Iresh Flowers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Iresh Flowers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Discovering a unique and captivating botanical species.</a:t>
            </a:r>
          </a:p>
          <a:p>
            <a:pPr/>
            <a:r>
              <a:t>Characterized by vibrant hues and intricate petal formations.</a:t>
            </a:r>
          </a:p>
          <a:p>
            <a:pPr/>
            <a:r>
              <a:t>Known for remarkable resilience and a distinctive, captivating fragrance.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Botanical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Exhibits a unique spiral petal arrangement and lance-shaped foliage.</a:t>
            </a:r>
          </a:p>
          <a:p>
            <a:pPr/>
            <a:r>
              <a:t>Thrives in humid, temperate zones, preferring rich, well-draining soil.</a:t>
            </a:r>
          </a:p>
          <a:p>
            <a:pPr/>
            <a:r>
              <a:t>Flowering cycle typically occurs once annually, lasting several weeks.</a:t>
            </a:r>
          </a:p>
          <a:p>
            <a:pPr/>
            <a:r>
              <a:t>Primarily insect-pollinated, attracting specific native pollinators.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Cultivation and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Requires partial shade and consistently moist, not waterlogged, soil.</a:t>
            </a:r>
          </a:p>
          <a:p>
            <a:pPr/>
            <a:r>
              <a:t>Commonly propagated through careful rhizome division in late autumn.</a:t>
            </a:r>
          </a:p>
          <a:p>
            <a:pPr/>
            <a:r>
              <a:t>Susceptible to root rot if overwatered; proper drainage is crucial.</a:t>
            </a:r>
          </a:p>
          <a:p>
            <a:pPr/>
            <a:r>
              <a:t>Benefits from a balanced, slow-release fertilizer during the active growing season.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Ecological Role and Cultural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Serves as a vital nectar source, supporting local insect populations.</a:t>
            </a:r>
          </a:p>
          <a:p>
            <a:pPr/>
            <a:r>
              <a:t>Historically valued for its aesthetic appeal and purported therapeutic properties.</a:t>
            </a:r>
          </a:p>
          <a:p>
            <a:pPr/>
            <a:r>
              <a:t>Symbolizes renewal, mystery, and understated elegance in various traditions.</a:t>
            </a:r>
          </a:p>
          <a:p>
            <a:pPr/>
            <a:r>
              <a:t>Conservation efforts are underway to protect its natural habitats.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Prospects and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Ongoing research into its unique chemical compounds and potential uses.</a:t>
            </a:r>
          </a:p>
          <a:p>
            <a:pPr/>
            <a:r>
              <a:t>Promoting sustainable cultivation practices to minimize environmental impact.</a:t>
            </a:r>
          </a:p>
          <a:p>
            <a:pPr/>
            <a:r>
              <a:t>Raising awareness for habitat preservation and species protection.</a:t>
            </a:r>
          </a:p>
          <a:p>
            <a:pPr/>
            <a:r>
              <a:t>Highlighting its continued importance in biodiversity and horticultural diversity.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