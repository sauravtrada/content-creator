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6000">
                <a:solidFill>
                  <a:srgbClr val="0E2A47"/>
                </a:solidFill>
                <a:latin typeface="Calibri"/>
              </a:defRPr>
            </a:pPr>
            <a:r>
              <a:t>Overflow Reproduction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3200">
                <a:solidFill>
                  <a:srgbClr val="009688"/>
                </a:solidFill>
                <a:latin typeface="Calibri"/>
              </a:defRPr>
            </a:pPr>
            <a:r>
              <a:t>Generated by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188720"/>
          </a:xfrm>
        </p:spPr>
        <p:txBody>
          <a:bodyPr anchor="b"/>
          <a:lstStyle/>
          <a:p>
            <a:pPr algn="l">
              <a:defRPr b="1" sz="4400">
                <a:solidFill>
                  <a:srgbClr val="0E2A47"/>
                </a:solidFill>
                <a:latin typeface="Calibri"/>
              </a:defRPr>
            </a:pPr>
            <a:r>
              <a:t>9 Items (Should Overflow)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1828800"/>
            <a:ext cx="5181447" cy="4114800"/>
          </a:xfrm>
        </p:spPr>
        <p:txBody>
          <a:bodyPr wrap="square"/>
          <a:lstStyle/>
          <a:p/>
          <a:p>
            <a:pPr algn="l">
              <a:spcBef>
                <a:spcPts val="1200"/>
              </a:spcBef>
              <a:spcAft>
                <a:spcPts val="600"/>
              </a:spcAft>
              <a:defRPr sz="2800" b="0">
                <a:solidFill>
                  <a:srgbClr val="404040"/>
                </a:solidFill>
                <a:latin typeface="Calibri"/>
              </a:defRPr>
            </a:pPr>
            <a:r>
              <a:t>Level 0 Item 1: This is a standard length bullet point to test spacing.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defRPr sz="2800" b="0">
                <a:solidFill>
                  <a:srgbClr val="404040"/>
                </a:solidFill>
                <a:latin typeface="Calibri"/>
              </a:defRPr>
            </a:pPr>
            <a:r>
              <a:t>Level 0 Item 2: This is a standard length bullet point to test spacing.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57575"/>
                </a:solidFill>
              </a:defRPr>
            </a:pPr>
            <a:r>
              <a:t>Overflow Reproduction | February 09,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188720"/>
          </a:xfrm>
        </p:spPr>
        <p:txBody>
          <a:bodyPr anchor="b"/>
          <a:lstStyle/>
          <a:p>
            <a:pPr algn="l">
              <a:defRPr b="1" sz="4400">
                <a:solidFill>
                  <a:srgbClr val="0E2A47"/>
                </a:solidFill>
                <a:latin typeface="Calibri"/>
              </a:defRPr>
            </a:pPr>
            <a:r>
              <a:t>9 Items (Should Overflow)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1828800"/>
            <a:ext cx="5181447" cy="4114800"/>
          </a:xfrm>
        </p:spPr>
        <p:txBody>
          <a:bodyPr wrap="square"/>
          <a:lstStyle/>
          <a:p/>
          <a:p>
            <a:pPr algn="l">
              <a:spcBef>
                <a:spcPts val="1200"/>
              </a:spcBef>
              <a:spcAft>
                <a:spcPts val="600"/>
              </a:spcAft>
              <a:defRPr sz="2800" b="0">
                <a:solidFill>
                  <a:srgbClr val="404040"/>
                </a:solidFill>
                <a:latin typeface="Calibri"/>
              </a:defRPr>
            </a:pPr>
            <a:r>
              <a:t>Level 0 Item 3: This is a standard length bullet point to test spacing.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defRPr sz="2800" b="0">
                <a:solidFill>
                  <a:srgbClr val="404040"/>
                </a:solidFill>
                <a:latin typeface="Calibri"/>
              </a:defRPr>
            </a:pPr>
            <a:r>
              <a:t>Level 0 Item 4: This is a standard length bullet point to test spacing.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57575"/>
                </a:solidFill>
              </a:defRPr>
            </a:pPr>
            <a:r>
              <a:t>Overflow Reproduction | February 09,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188720"/>
          </a:xfrm>
        </p:spPr>
        <p:txBody>
          <a:bodyPr anchor="b"/>
          <a:lstStyle/>
          <a:p>
            <a:pPr algn="l">
              <a:defRPr b="1" sz="4400">
                <a:solidFill>
                  <a:srgbClr val="0E2A47"/>
                </a:solidFill>
                <a:latin typeface="Calibri"/>
              </a:defRPr>
            </a:pPr>
            <a:r>
              <a:t>9 Items (Should Overflow)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1828800"/>
            <a:ext cx="5181447" cy="4114800"/>
          </a:xfrm>
        </p:spPr>
        <p:txBody>
          <a:bodyPr wrap="square"/>
          <a:lstStyle/>
          <a:p/>
          <a:p>
            <a:pPr algn="l">
              <a:spcBef>
                <a:spcPts val="1200"/>
              </a:spcBef>
              <a:spcAft>
                <a:spcPts val="600"/>
              </a:spcAft>
              <a:defRPr sz="2800" b="0">
                <a:solidFill>
                  <a:srgbClr val="404040"/>
                </a:solidFill>
                <a:latin typeface="Calibri"/>
              </a:defRPr>
            </a:pPr>
            <a:r>
              <a:t>Level 0 Item 5: This is a standard length bullet point to test spacing.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defRPr sz="2800" b="0">
                <a:solidFill>
                  <a:srgbClr val="404040"/>
                </a:solidFill>
                <a:latin typeface="Calibri"/>
              </a:defRPr>
            </a:pPr>
            <a:r>
              <a:t>Level 0 Item 6: This is a standard length bullet point to test spacing.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57575"/>
                </a:solidFill>
              </a:defRPr>
            </a:pPr>
            <a:r>
              <a:t>Overflow Reproduction | February 09,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188720"/>
          </a:xfrm>
        </p:spPr>
        <p:txBody>
          <a:bodyPr anchor="b"/>
          <a:lstStyle/>
          <a:p>
            <a:pPr algn="l">
              <a:defRPr b="1" sz="4400">
                <a:solidFill>
                  <a:srgbClr val="0E2A47"/>
                </a:solidFill>
                <a:latin typeface="Calibri"/>
              </a:defRPr>
            </a:pPr>
            <a:r>
              <a:t>9 Items (Should Overflow)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1828800"/>
            <a:ext cx="5181447" cy="4114800"/>
          </a:xfrm>
        </p:spPr>
        <p:txBody>
          <a:bodyPr wrap="square"/>
          <a:lstStyle/>
          <a:p/>
          <a:p>
            <a:pPr algn="l">
              <a:spcBef>
                <a:spcPts val="1200"/>
              </a:spcBef>
              <a:spcAft>
                <a:spcPts val="600"/>
              </a:spcAft>
              <a:defRPr sz="2800" b="0">
                <a:solidFill>
                  <a:srgbClr val="404040"/>
                </a:solidFill>
                <a:latin typeface="Calibri"/>
              </a:defRPr>
            </a:pPr>
            <a:r>
              <a:t>Level 0 Item 7: This is a standard length bullet point to test spacing.</a:t>
            </a:r>
          </a:p>
          <a:p>
            <a:pPr algn="l">
              <a:spcBef>
                <a:spcPts val="1200"/>
              </a:spcBef>
              <a:spcAft>
                <a:spcPts val="600"/>
              </a:spcAft>
              <a:defRPr sz="2800" b="0">
                <a:solidFill>
                  <a:srgbClr val="404040"/>
                </a:solidFill>
                <a:latin typeface="Calibri"/>
              </a:defRPr>
            </a:pPr>
            <a:r>
              <a:t>Level 0 Item 8: This is a standard length bullet point to test spacing.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57575"/>
                </a:solidFill>
              </a:defRPr>
            </a:pPr>
            <a:r>
              <a:t>Overflow Reproduction | February 09,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188720"/>
          </a:xfrm>
        </p:spPr>
        <p:txBody>
          <a:bodyPr anchor="b"/>
          <a:lstStyle/>
          <a:p>
            <a:pPr algn="l">
              <a:defRPr b="1" sz="4400">
                <a:solidFill>
                  <a:srgbClr val="0E2A47"/>
                </a:solidFill>
                <a:latin typeface="Calibri"/>
              </a:defRPr>
            </a:pPr>
            <a:r>
              <a:t>9 Items (Should Overflow)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914400" y="1828800"/>
            <a:ext cx="5181447" cy="4114800"/>
          </a:xfrm>
        </p:spPr>
        <p:txBody>
          <a:bodyPr wrap="square"/>
          <a:lstStyle/>
          <a:p/>
          <a:p>
            <a:pPr algn="l">
              <a:spcBef>
                <a:spcPts val="1200"/>
              </a:spcBef>
              <a:spcAft>
                <a:spcPts val="600"/>
              </a:spcAft>
              <a:defRPr sz="2800" b="0">
                <a:solidFill>
                  <a:srgbClr val="404040"/>
                </a:solidFill>
                <a:latin typeface="Calibri"/>
              </a:defRPr>
            </a:pPr>
            <a:r>
              <a:t>Level 0 Item 9: This is a standard length bullet point to test spacing.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575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400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57575"/>
                </a:solidFill>
              </a:defRPr>
            </a:pPr>
            <a:r>
              <a:t>Overflow Reproduction | February 09,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