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5400">
                <a:solidFill>
                  <a:srgbClr val="0E2A47"/>
                </a:solidFill>
                <a:latin typeface="Calibri"/>
              </a:defRPr>
            </a:pPr>
            <a:r>
              <a:t>IEEE Style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800">
                <a:solidFill>
                  <a:srgbClr val="009688"/>
                </a:solidFill>
                <a:latin typeface="Calibri"/>
              </a:defRPr>
            </a:pPr>
            <a:r>
              <a:t>Generated by Gemini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algn="l">
              <a:defRPr b="1" sz="4000">
                <a:solidFill>
                  <a:srgbClr val="0E2A47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800" b="0">
                <a:solidFill>
                  <a:srgbClr val="404040"/>
                </a:solidFill>
                <a:latin typeface="Calibri"/>
              </a:defRPr>
            </a:pPr>
            <a:r>
              <a:t>Main Point (Should be 32pt)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400">
                <a:solidFill>
                  <a:srgbClr val="757575"/>
                </a:solidFill>
                <a:latin typeface="Calibri"/>
              </a:defRPr>
            </a:pPr>
            <a:r>
              <a:t>Sub Point (Should be 28pt)</a:t>
            </a:r>
          </a:p>
          <a:p>
            <a:pPr lvl="2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757575"/>
                </a:solidFill>
                <a:latin typeface="Calibri"/>
              </a:defRPr>
            </a:pPr>
            <a:r>
              <a:t>Detail Point (Should be 24pt)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57575"/>
                </a:solidFill>
              </a:defRPr>
            </a:pPr>
            <a:r>
              <a:t>IEEE Style Test | February 09,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