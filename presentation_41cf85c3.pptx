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Black Clover: The Grimoire of Grit and Glory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the Clover Kingdom: A World of Magic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A realm where magic dictates life and status.</a:t>
            </a:r>
          </a:p>
          <a:p>
            <a:pPr lvl="1">
              <a:spcAft>
                <a:spcPts val="1000"/>
              </a:spcAft>
              <a:defRPr sz="1800"/>
            </a:pPr>
            <a:r>
              <a:t>Guided by the benevolent Wizard King.</a:t>
            </a:r>
          </a:p>
          <a:p>
            <a:pPr>
              <a:spcAft>
                <a:spcPts val="1000"/>
              </a:spcAft>
              <a:defRPr sz="2200"/>
            </a:pPr>
            <a:r>
              <a:t>Grimoires grant immense power to their wielders.</a:t>
            </a:r>
          </a:p>
          <a:p>
            <a:pPr>
              <a:spcAft>
                <a:spcPts val="1000"/>
              </a:spcAft>
              <a:defRPr sz="2200"/>
            </a:pPr>
            <a:r>
              <a:t>Yet, a stark social hierarchy exists based on magical ability.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Asta's Journey: The Anti-Magic Anomaly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Born without any magical power in a magic-filled world.</a:t>
            </a:r>
          </a:p>
          <a:p>
            <a:pPr>
              <a:spcAft>
                <a:spcPts val="1000"/>
              </a:spcAft>
              <a:defRPr sz="2200"/>
            </a:pPr>
            <a:r>
              <a:t>Wields a rare five-leaf grimoire of anti-magic.</a:t>
            </a:r>
          </a:p>
          <a:p>
            <a:pPr>
              <a:spcAft>
                <a:spcPts val="1000"/>
              </a:spcAft>
              <a:defRPr sz="2200"/>
            </a:pPr>
            <a:r>
              <a:t>His dream: To become the next Wizard King.</a:t>
            </a:r>
          </a:p>
          <a:p>
            <a:pPr>
              <a:spcAft>
                <a:spcPts val="1000"/>
              </a:spcAft>
              <a:defRPr sz="2200"/>
            </a:pPr>
            <a:r>
              <a:t>Overcomes all odds through sheer grit and determination.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Magic Knight Squads: Power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Elite mages protecting the Clover Kingdom.</a:t>
            </a:r>
          </a:p>
          <a:p>
            <a:pPr>
              <a:spcAft>
                <a:spcPts val="1000"/>
              </a:spcAft>
              <a:defRPr sz="2200"/>
            </a:pPr>
            <a:r>
              <a:t>Nine distinct squads, each with unique strengths.</a:t>
            </a:r>
          </a:p>
          <a:p>
            <a:pPr>
              <a:spcAft>
                <a:spcPts val="1000"/>
              </a:spcAft>
              <a:defRPr sz="2200"/>
            </a:pPr>
            <a:r>
              <a:t>Asta joins the infamous Black Bulls, a squad of misfits.</a:t>
            </a:r>
          </a:p>
          <a:p>
            <a:pPr>
              <a:spcAft>
                <a:spcPts val="1000"/>
              </a:spcAft>
              <a:defRPr sz="2200"/>
            </a:pPr>
            <a:r>
              <a:t>They represent unity and diverse magical abilities.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Themes: Perseverance, Brotherhood, and Breaking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**Perseverance:** Asta's unwavering 'never give up' attitude.</a:t>
            </a:r>
          </a:p>
          <a:p>
            <a:pPr>
              <a:spcAft>
                <a:spcPts val="1000"/>
              </a:spcAft>
              <a:defRPr sz="2200"/>
            </a:pPr>
            <a:r>
              <a:t>**Brotherhood:** Strong bonds forged within the Black Bulls and with Yuno.</a:t>
            </a:r>
          </a:p>
          <a:p>
            <a:pPr>
              <a:spcAft>
                <a:spcPts val="1000"/>
              </a:spcAft>
              <a:defRPr sz="2200"/>
            </a:pPr>
            <a:r>
              <a:t>**Breaking Barriers:** Challenging social class and magical limitations.</a:t>
            </a:r>
          </a:p>
          <a:p>
            <a:pPr lvl="1">
              <a:spcAft>
                <a:spcPts val="1000"/>
              </a:spcAft>
              <a:defRPr sz="1800"/>
            </a:pPr>
            <a:r>
              <a:t>Proving that hard work can overcome destiny.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 Clover's Impact &amp; Future: Legacy of a Shonen 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Celebrated for its fast-paced action and compelling characters.</a:t>
            </a:r>
          </a:p>
          <a:p>
            <a:pPr>
              <a:spcAft>
                <a:spcPts val="1000"/>
              </a:spcAft>
              <a:defRPr sz="2200"/>
            </a:pPr>
            <a:r>
              <a:t>A modern shonen success story with global appeal.</a:t>
            </a:r>
          </a:p>
          <a:p>
            <a:pPr>
              <a:spcAft>
                <a:spcPts val="1000"/>
              </a:spcAft>
              <a:defRPr sz="2200"/>
            </a:pPr>
            <a:r>
              <a:t>Inspires audiences with its message of self-belief.</a:t>
            </a:r>
          </a:p>
          <a:p>
            <a:pPr>
              <a:spcAft>
                <a:spcPts val="1000"/>
              </a:spcAft>
              <a:defRPr sz="2200"/>
            </a:pPr>
            <a:r>
              <a:t>Ongoing manga, anime, and games continue its legacy.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